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/>
  <p:sldIdLst>
    <p:sldId id="256" r:id="rId1"/>
    <p:sldId id="257" r:id="rId2"/>
    <p:sldId id="258" r:id="rId3"/>
    <p:sldId id="259" r:id="rId4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Partnership Proposal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for: Sarah Chen, VP Strategic Alliances, Fabrikam Inc.</a:t>
            </a:r>
          </a:p>
          <a:p>
            <a:r>
              <a:t>Presented by: Contoso Solutions</a:t>
            </a:r>
          </a:p>
          <a:p>
            <a:r>
              <a:t>Date: January 2025</a:t>
            </a:r>
          </a:p>
          <a:p>
            <a:r>
              <a:t>Agenda: Product Overview | ROI Analysis | Proposed Engagement | Next Steps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Overview: Contoso CloudSuite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cloud management platform for enterprise workloads</a:t>
            </a:r>
          </a:p>
          <a:p>
            <a:r>
              <a:t>Key modules: Infrastructure Automation, Cost Governance, Security Posture</a:t>
            </a:r>
          </a:p>
          <a:p>
            <a:r>
              <a:t>Deployed by 340+ enterprise customers across 28 countries</a:t>
            </a:r>
          </a:p>
          <a:p>
            <a:r>
              <a:t>ISO 27001 certified | SOC 2 Type II | FedRAMP Moderate</a:t>
            </a:r>
          </a:p>
          <a:p>
            <a:r>
              <a:t>Average time-to-value: 6 weeks from signed agreement to production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Analysis for Fabrikam Inc.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Fabrikam current environment: 1,200 managed cloud resources</a:t>
            </a:r>
          </a:p>
          <a:p>
            <a:r>
              <a:t>Estimated savings Year 1: $820,000 through rightsizing and policy automation</a:t>
            </a:r>
          </a:p>
          <a:p>
            <a:r>
              <a:t>Estimated savings Year 2-3: $1.1M per year as adoption matures</a:t>
            </a:r>
          </a:p>
          <a:p>
            <a:r>
              <a:t>3-year NPV: $2.4M at 8% discount rate</a:t>
            </a:r>
          </a:p>
          <a:p>
            <a:r>
              <a:t>Payback period: 7 months</a:t>
            </a:r>
          </a:p>
          <a:p>
            <a:r>
              <a:t>Comparable customer: Northwind Traders achieved 34% cost reduction in 9 months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 mutual NDA by January 31, 2025</a:t>
            </a:r>
          </a:p>
          <a:p>
            <a:r>
              <a:t>Schedule 2-hour technical discovery call with Fabrikam IT architecture team</a:t>
            </a:r>
          </a:p>
          <a:p>
            <a:r>
              <a:t>Contoso to deliver tailored proof-of-concept proposal by February 14, 2025</a:t>
            </a:r>
          </a:p>
          <a:p>
            <a:r>
              <a:t>Target pilot start: March 1, 2025 (30-day proof of value)</a:t>
            </a:r>
          </a:p>
          <a:p>
            <a:r>
              <a:t>Decision checkpoint: April 1, 2025</a:t>
            </a:r>
          </a:p>
          <a:p>
            <a:r>
              <a:t>Contact: partnerships@contoso.com | +1-800-CONTOSO</a:t>
            </a:r>
          </a:p>
        </p:txBody>
      </p:sp>
    </p:spTree>
  </p:cSld>
</p:sld>
</file>