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/>
  <p:sldIdLst>
    <p:sldId id="256" r:id="rId1"/>
    <p:sldId id="257" r:id="rId2"/>
    <p:sldId id="258" r:id="rId3"/>
    <p:sldId id="259" r:id="rId4"/>
  </p:sldIdLst>
  <p:sldSz cx="9144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Launch Plan: Contoso CloudSuite v4.0</a:t>
            </a:r>
          </a:p>
        </p:txBody>
      </p:sp>
      <p:sp>
        <p:nvSpPr>
          <p:cNvPr id="2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launch date: Q3 2025 (September 15, 2025)</a:t>
            </a:r>
          </a:p>
          <a:p>
            <a:r>
              <a:t>Prepared by: Marketing, Product, and Sales teams</a:t>
            </a:r>
          </a:p>
          <a:p>
            <a:r>
              <a:t>Status: In planning</a:t>
            </a:r>
          </a:p>
          <a:p>
            <a:r>
              <a:t>Agenda: Pre-Launch Milestones | Launch Week | Post-Launch Metrics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Pre-Launch Milestones</a:t>
            </a:r>
          </a:p>
        </p:txBody>
      </p:sp>
      <p:sp>
        <p:nvSpPr>
          <p:cNvPr id="2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April 30: Feature freeze and release candidate to QA</a:t>
            </a:r>
          </a:p>
          <a:p>
            <a:r>
              <a:t>May 31: Beta program launch — 20 design partner customers</a:t>
            </a:r>
          </a:p>
          <a:p>
            <a:r>
              <a:t>June 30: Beta feedback incorporated, GA build signed off</a:t>
            </a:r>
          </a:p>
          <a:p>
            <a:r>
              <a:t>July 31: Sales enablement training completed (all AEs and SEs)</a:t>
            </a:r>
          </a:p>
          <a:p>
            <a:r>
              <a:t>August 15: PR briefings with tier-1 tech media</a:t>
            </a:r>
          </a:p>
          <a:p>
            <a:r>
              <a:t>August 31: Landing page and in-product upgrade messaging live</a:t>
            </a:r>
          </a:p>
          <a:p>
            <a:r>
              <a:t>September 1: Analyst briefings (Gartner, Forrester)</a:t>
            </a:r>
          </a:p>
          <a:p>
            <a:r>
              <a:t>September 10: Embargo lift for press reviews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Launch Week Plan: September 15-19, 2025</a:t>
            </a:r>
          </a:p>
        </p:txBody>
      </p:sp>
      <p:sp>
        <p:nvSpPr>
          <p:cNvPr id="2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Monday Sept 15: Public announcement — blog post, press release, social media campaign</a:t>
            </a:r>
          </a:p>
          <a:p>
            <a:r>
              <a:t>Monday Sept 15: Email campaign to 45,000 existing customers</a:t>
            </a:r>
          </a:p>
          <a:p>
            <a:r>
              <a:t>Tuesday Sept 16: Live product webinar (target 2,000 registrations)</a:t>
            </a:r>
          </a:p>
          <a:p>
            <a:r>
              <a:t>Wednesday Sept 17: LinkedIn Sponsored Content campaign starts</a:t>
            </a:r>
          </a:p>
          <a:p>
            <a:r>
              <a:t>Thursday Sept 18: Partner enablement webinar for 120 reseller partners</a:t>
            </a:r>
          </a:p>
          <a:p>
            <a:r>
              <a:t>Friday Sept 19: Launch retrospective — war room debrief with all teams</a:t>
            </a:r>
          </a:p>
          <a:p>
            <a:r>
              <a:t>Launch week paid media budget: $120,000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Post-Launch Success Metrics</a:t>
            </a:r>
          </a:p>
        </p:txBody>
      </p:sp>
      <p:sp>
        <p:nvSpPr>
          <p:cNvPr id="2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30 days: 500 new trial sign-ups from launch campaign</a:t>
            </a:r>
          </a:p>
          <a:p>
            <a:r>
              <a:t>30 days: 15% of existing customers viewed upgrade page</a:t>
            </a:r>
          </a:p>
          <a:p>
            <a:r>
              <a:t>60 days: 50 paid conversions from trial cohort</a:t>
            </a:r>
          </a:p>
          <a:p>
            <a:r>
              <a:t>60 days: NPS survey to beta customers — target score 45+</a:t>
            </a:r>
          </a:p>
          <a:p>
            <a:r>
              <a:t>90 days: $2.1M in new ARR attributed to launch campaign</a:t>
            </a:r>
          </a:p>
          <a:p>
            <a:r>
              <a:t>90 days: 3 tier-1 media reviews published</a:t>
            </a:r>
          </a:p>
          <a:p>
            <a:r>
              <a:t>All metrics tracked in marketing dashboard: go/launch-metrics</a:t>
            </a:r>
          </a:p>
        </p:txBody>
      </p:sp>
    </p:spTree>
  </p:cSld>
</p:sld>
</file>