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sldIdLst>
    <p:sldId id="256" r:id="rId1"/>
    <p:sldId id="257" r:id="rId2"/>
    <p:sldId id="258" r:id="rId3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Contoso CloudSuite — Q3 Sales Presentation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</a:t>
            </a:r>
          </a:p>
          <a:p>
            <a:r>
              <a:t>Product Demo Highlights</a:t>
            </a:r>
          </a:p>
          <a:p>
            <a:r>
              <a:t>Pricing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Demo Highlights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demo: workflow automation builder</a:t>
            </a:r>
          </a:p>
          <a:p>
            <a:r>
              <a:t>AI-powered document classification</a:t>
            </a:r>
          </a:p>
          <a:p>
            <a:r>
              <a:t>Real-time dashboard and reporting</a:t>
            </a:r>
          </a:p>
          <a:p>
            <a:r>
              <a:t>One-click integration with Microsoft 365</a:t>
            </a:r>
          </a:p>
          <a:p>
            <a:r>
              <a:t>Mobile app for iOS and Android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Starter tier: $12 per user/month (up to 50 users)</a:t>
            </a:r>
          </a:p>
          <a:p>
            <a:r>
              <a:t>Professional tier: $28 per user/month (up to 500 users)</a:t>
            </a:r>
          </a:p>
          <a:p>
            <a:r>
              <a:t>Enterprise tier: custom pricing, volume discounts available</a:t>
            </a:r>
          </a:p>
          <a:p>
            <a:r>
              <a:t>Annual commitment: 15% discount vs monthly billing</a:t>
            </a:r>
          </a:p>
          <a:p>
            <a:r>
              <a:t>Free 30-day trial available — no credit card required</a:t>
            </a:r>
          </a:p>
        </p:txBody>
      </p:sp>
    </p:spTree>
  </p:cSld>
</p:sld>
</file>