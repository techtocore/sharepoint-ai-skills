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/>
  <p:sldIdLst>
    <p:sldId id="256" r:id="rId1"/>
    <p:sldId id="257" r:id="rId2"/>
    <p:sldId id="258" r:id="rId3"/>
    <p:sldId id="259" r:id="rId4"/>
  </p:sldIdLst>
  <p:sldSz cx="9144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Contoso CloudSuite — Q3 Sales Presentation</a:t>
            </a:r>
          </a:p>
        </p:txBody>
      </p:sp>
      <p:sp>
        <p:nvSpPr>
          <p:cNvPr id="2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</a:t>
            </a:r>
          </a:p>
          <a:p>
            <a:r>
              <a:t>Product Demo Highlights</a:t>
            </a:r>
          </a:p>
          <a:p>
            <a:r>
              <a:t>Pricing</a:t>
            </a:r>
          </a:p>
          <a:p>
            <a:r>
              <a:t>Competitive Positioning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Demo Highlights</a:t>
            </a:r>
          </a:p>
        </p:txBody>
      </p:sp>
      <p:sp>
        <p:nvSpPr>
          <p:cNvPr id="2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demo: workflow automation builder</a:t>
            </a:r>
          </a:p>
          <a:p>
            <a:r>
              <a:t>AI-powered document classification</a:t>
            </a:r>
          </a:p>
          <a:p>
            <a:r>
              <a:t>Real-time dashboard and reporting</a:t>
            </a:r>
          </a:p>
          <a:p>
            <a:r>
              <a:t>One-click integration with Microsoft 365</a:t>
            </a:r>
          </a:p>
          <a:p>
            <a:r>
              <a:t>Mobile app for iOS and Android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</a:t>
            </a:r>
          </a:p>
        </p:txBody>
      </p:sp>
      <p:sp>
        <p:nvSpPr>
          <p:cNvPr id="2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Starter tier: $12 per user/month (up to 50 users)</a:t>
            </a:r>
          </a:p>
          <a:p>
            <a:r>
              <a:t>Professional tier: $28 per user/month (up to 500 users)</a:t>
            </a:r>
          </a:p>
          <a:p>
            <a:r>
              <a:t>Enterprise tier: custom pricing, volume discounts available</a:t>
            </a:r>
          </a:p>
          <a:p>
            <a:r>
              <a:t>Annual commitment: 15% discount vs monthly billing</a:t>
            </a:r>
          </a:p>
          <a:p>
            <a:r>
              <a:t>Free 30-day trial available — no credit card required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Positioning — Contoso vs. Competitors</a:t>
            </a:r>
          </a:p>
        </p:txBody>
      </p:sp>
      <p:sp>
        <p:nvSpPr>
          <p:cNvPr id="2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vs. Fabrikam Automation: Contoso wins on SSO, audit logging, enterprise SLA</a:t>
            </a:r>
          </a:p>
          <a:p>
            <a:r>
              <a:t>vs. Northwind Process Suite: Contoso wins on time-to-value (6 weeks vs 6 months)</a:t>
            </a:r>
          </a:p>
          <a:p>
            <a:r>
              <a:t>Contoso NPS: 44 | Fabrikam NPS: 38 | Northwind NPS: 31</a:t>
            </a:r>
          </a:p>
          <a:p>
            <a:r>
              <a:t>ONLY Contoso deck has this competitive positioning slide — use for enterprise deals</a:t>
            </a:r>
          </a:p>
          <a:p>
            <a:r>
              <a:t>Analyst quote: "Contoso leads on ease-of-deployment" — Gartner Magic Quadrant 2024</a:t>
            </a:r>
          </a:p>
        </p:txBody>
      </p:sp>
    </p:spTree>
  </p:cSld>
</p:sld>
</file>